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极限理论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数列极限的定义\n函数极限的定义\n两个重要极限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导数与微分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导数的概念\n基本求导公式\n链式法则\n高阶导数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